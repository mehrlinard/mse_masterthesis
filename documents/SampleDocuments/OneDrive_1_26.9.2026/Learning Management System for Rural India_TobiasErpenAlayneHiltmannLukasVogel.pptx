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5"/>
  </p:sldMasterIdLst>
  <p:sldIdLst>
    <p:sldId id="263" r:id="rId6"/>
  </p:sldIdLst>
  <p:sldSz cx="30279975" cy="21388388"/>
  <p:notesSz cx="9874250" cy="6797675"/>
  <p:defaultTextStyle>
    <a:defPPr>
      <a:defRPr lang="de-DE"/>
    </a:defPPr>
    <a:lvl1pPr algn="l" defTabSz="1474788" rtl="0" fontAlgn="base">
      <a:spcBef>
        <a:spcPct val="0"/>
      </a:spcBef>
      <a:spcAft>
        <a:spcPct val="0"/>
      </a:spcAft>
      <a:defRPr sz="5800" kern="1200">
        <a:solidFill>
          <a:schemeClr val="tx1"/>
        </a:solidFill>
        <a:latin typeface="Calibri" pitchFamily="34" charset="0"/>
        <a:ea typeface="MS PGothic" pitchFamily="34" charset="-128"/>
        <a:cs typeface="+mn-cs"/>
      </a:defRPr>
    </a:lvl1pPr>
    <a:lvl2pPr marL="1474788" indent="-1017588" algn="l" defTabSz="1474788" rtl="0" fontAlgn="base">
      <a:spcBef>
        <a:spcPct val="0"/>
      </a:spcBef>
      <a:spcAft>
        <a:spcPct val="0"/>
      </a:spcAft>
      <a:defRPr sz="5800" kern="1200">
        <a:solidFill>
          <a:schemeClr val="tx1"/>
        </a:solidFill>
        <a:latin typeface="Calibri" pitchFamily="34" charset="0"/>
        <a:ea typeface="MS PGothic" pitchFamily="34" charset="-128"/>
        <a:cs typeface="+mn-cs"/>
      </a:defRPr>
    </a:lvl2pPr>
    <a:lvl3pPr marL="2951163" indent="-2036763" algn="l" defTabSz="1474788" rtl="0" fontAlgn="base">
      <a:spcBef>
        <a:spcPct val="0"/>
      </a:spcBef>
      <a:spcAft>
        <a:spcPct val="0"/>
      </a:spcAft>
      <a:defRPr sz="5800" kern="1200">
        <a:solidFill>
          <a:schemeClr val="tx1"/>
        </a:solidFill>
        <a:latin typeface="Calibri" pitchFamily="34" charset="0"/>
        <a:ea typeface="MS PGothic" pitchFamily="34" charset="-128"/>
        <a:cs typeface="+mn-cs"/>
      </a:defRPr>
    </a:lvl3pPr>
    <a:lvl4pPr marL="4427538" indent="-3055938" algn="l" defTabSz="1474788" rtl="0" fontAlgn="base">
      <a:spcBef>
        <a:spcPct val="0"/>
      </a:spcBef>
      <a:spcAft>
        <a:spcPct val="0"/>
      </a:spcAft>
      <a:defRPr sz="5800" kern="1200">
        <a:solidFill>
          <a:schemeClr val="tx1"/>
        </a:solidFill>
        <a:latin typeface="Calibri" pitchFamily="34" charset="0"/>
        <a:ea typeface="MS PGothic" pitchFamily="34" charset="-128"/>
        <a:cs typeface="+mn-cs"/>
      </a:defRPr>
    </a:lvl4pPr>
    <a:lvl5pPr marL="5903913" indent="-4075113" algn="l" defTabSz="1474788" rtl="0" fontAlgn="base">
      <a:spcBef>
        <a:spcPct val="0"/>
      </a:spcBef>
      <a:spcAft>
        <a:spcPct val="0"/>
      </a:spcAft>
      <a:defRPr sz="5800" kern="1200">
        <a:solidFill>
          <a:schemeClr val="tx1"/>
        </a:solidFill>
        <a:latin typeface="Calibri" pitchFamily="34" charset="0"/>
        <a:ea typeface="MS PGothic" pitchFamily="34" charset="-128"/>
        <a:cs typeface="+mn-cs"/>
      </a:defRPr>
    </a:lvl5pPr>
    <a:lvl6pPr marL="2286000" algn="l" defTabSz="914400" rtl="0" eaLnBrk="1" latinLnBrk="0" hangingPunct="1">
      <a:defRPr sz="5800" kern="1200">
        <a:solidFill>
          <a:schemeClr val="tx1"/>
        </a:solidFill>
        <a:latin typeface="Calibri" pitchFamily="34" charset="0"/>
        <a:ea typeface="MS PGothic" pitchFamily="34" charset="-128"/>
        <a:cs typeface="+mn-cs"/>
      </a:defRPr>
    </a:lvl6pPr>
    <a:lvl7pPr marL="2743200" algn="l" defTabSz="914400" rtl="0" eaLnBrk="1" latinLnBrk="0" hangingPunct="1">
      <a:defRPr sz="5800" kern="1200">
        <a:solidFill>
          <a:schemeClr val="tx1"/>
        </a:solidFill>
        <a:latin typeface="Calibri" pitchFamily="34" charset="0"/>
        <a:ea typeface="MS PGothic" pitchFamily="34" charset="-128"/>
        <a:cs typeface="+mn-cs"/>
      </a:defRPr>
    </a:lvl7pPr>
    <a:lvl8pPr marL="3200400" algn="l" defTabSz="914400" rtl="0" eaLnBrk="1" latinLnBrk="0" hangingPunct="1">
      <a:defRPr sz="5800" kern="1200">
        <a:solidFill>
          <a:schemeClr val="tx1"/>
        </a:solidFill>
        <a:latin typeface="Calibri" pitchFamily="34" charset="0"/>
        <a:ea typeface="MS PGothic" pitchFamily="34" charset="-128"/>
        <a:cs typeface="+mn-cs"/>
      </a:defRPr>
    </a:lvl8pPr>
    <a:lvl9pPr marL="3657600" algn="l" defTabSz="914400" rtl="0" eaLnBrk="1" latinLnBrk="0" hangingPunct="1">
      <a:defRPr sz="5800"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p15:guide id="1" orient="horz" pos="6736">
          <p15:clr>
            <a:srgbClr val="A4A3A4"/>
          </p15:clr>
        </p15:guide>
        <p15:guide id="2" pos="953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7D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A44701-A05B-4FCE-B7EB-25D6ABBB13BE}" v="5" dt="2024-05-23T11:32:03.265"/>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 d="100"/>
          <a:sy n="19" d="100"/>
        </p:scale>
        <p:origin x="1392" y="84"/>
      </p:cViewPr>
      <p:guideLst>
        <p:guide orient="horz" pos="6736"/>
        <p:guide pos="95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microsoft.com/office/2016/11/relationships/changesInfo" Target="changesInfos/changesInfo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pen Tobias" userId="267d9abc-1f86-4190-886d-1b64d42b3384" providerId="ADAL" clId="{A7A44701-A05B-4FCE-B7EB-25D6ABBB13BE}"/>
    <pc:docChg chg="custSel modSld">
      <pc:chgData name="Erpen Tobias" userId="267d9abc-1f86-4190-886d-1b64d42b3384" providerId="ADAL" clId="{A7A44701-A05B-4FCE-B7EB-25D6ABBB13BE}" dt="2024-05-24T20:07:44.192" v="378" actId="33524"/>
      <pc:docMkLst>
        <pc:docMk/>
      </pc:docMkLst>
      <pc:sldChg chg="addSp delSp modSp mod">
        <pc:chgData name="Erpen Tobias" userId="267d9abc-1f86-4190-886d-1b64d42b3384" providerId="ADAL" clId="{A7A44701-A05B-4FCE-B7EB-25D6ABBB13BE}" dt="2024-05-24T20:07:44.192" v="378" actId="33524"/>
        <pc:sldMkLst>
          <pc:docMk/>
          <pc:sldMk cId="1926550706" sldId="263"/>
        </pc:sldMkLst>
        <pc:spChg chg="mod">
          <ac:chgData name="Erpen Tobias" userId="267d9abc-1f86-4190-886d-1b64d42b3384" providerId="ADAL" clId="{A7A44701-A05B-4FCE-B7EB-25D6ABBB13BE}" dt="2024-05-24T20:01:58.209" v="14" actId="20577"/>
          <ac:spMkLst>
            <pc:docMk/>
            <pc:sldMk cId="1926550706" sldId="263"/>
            <ac:spMk id="3" creationId="{00000000-0000-0000-0000-000000000000}"/>
          </ac:spMkLst>
        </pc:spChg>
        <pc:spChg chg="add mod">
          <ac:chgData name="Erpen Tobias" userId="267d9abc-1f86-4190-886d-1b64d42b3384" providerId="ADAL" clId="{A7A44701-A05B-4FCE-B7EB-25D6ABBB13BE}" dt="2024-05-24T20:04:29.165" v="146" actId="14100"/>
          <ac:spMkLst>
            <pc:docMk/>
            <pc:sldMk cId="1926550706" sldId="263"/>
            <ac:spMk id="4" creationId="{E31ADBCE-110E-A873-CE18-423A850F4DD4}"/>
          </ac:spMkLst>
        </pc:spChg>
        <pc:spChg chg="mod">
          <ac:chgData name="Erpen Tobias" userId="267d9abc-1f86-4190-886d-1b64d42b3384" providerId="ADAL" clId="{A7A44701-A05B-4FCE-B7EB-25D6ABBB13BE}" dt="2024-05-24T20:07:44.192" v="378" actId="33524"/>
          <ac:spMkLst>
            <pc:docMk/>
            <pc:sldMk cId="1926550706" sldId="263"/>
            <ac:spMk id="6" creationId="{00000000-0000-0000-0000-000000000000}"/>
          </ac:spMkLst>
        </pc:spChg>
        <pc:spChg chg="mod">
          <ac:chgData name="Erpen Tobias" userId="267d9abc-1f86-4190-886d-1b64d42b3384" providerId="ADAL" clId="{A7A44701-A05B-4FCE-B7EB-25D6ABBB13BE}" dt="2024-05-23T11:43:15.201" v="12" actId="20577"/>
          <ac:spMkLst>
            <pc:docMk/>
            <pc:sldMk cId="1926550706" sldId="263"/>
            <ac:spMk id="10" creationId="{00000000-0000-0000-0000-000000000000}"/>
          </ac:spMkLst>
        </pc:spChg>
        <pc:picChg chg="mod">
          <ac:chgData name="Erpen Tobias" userId="267d9abc-1f86-4190-886d-1b64d42b3384" providerId="ADAL" clId="{A7A44701-A05B-4FCE-B7EB-25D6ABBB13BE}" dt="2024-05-24T20:05:01.496" v="154" actId="1036"/>
          <ac:picMkLst>
            <pc:docMk/>
            <pc:sldMk cId="1926550706" sldId="263"/>
            <ac:picMk id="5" creationId="{C910E395-741C-A4C0-D998-C36E44AA0AD9}"/>
          </ac:picMkLst>
        </pc:picChg>
        <pc:picChg chg="del">
          <ac:chgData name="Erpen Tobias" userId="267d9abc-1f86-4190-886d-1b64d42b3384" providerId="ADAL" clId="{A7A44701-A05B-4FCE-B7EB-25D6ABBB13BE}" dt="2024-05-24T20:02:19.177" v="15" actId="478"/>
          <ac:picMkLst>
            <pc:docMk/>
            <pc:sldMk cId="1926550706" sldId="263"/>
            <ac:picMk id="13" creationId="{61C14CA3-57C8-C95A-1514-33A1CEA5F311}"/>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udienplakat (DE, FR &amp; EN)">
    <p:spTree>
      <p:nvGrpSpPr>
        <p:cNvPr id="1" name=""/>
        <p:cNvGrpSpPr/>
        <p:nvPr/>
      </p:nvGrpSpPr>
      <p:grpSpPr>
        <a:xfrm>
          <a:off x="0" y="0"/>
          <a:ext cx="0" cy="0"/>
          <a:chOff x="0" y="0"/>
          <a:chExt cx="0" cy="0"/>
        </a:xfrm>
      </p:grpSpPr>
      <p:pic>
        <p:nvPicPr>
          <p:cNvPr id="5" name="Bild 4" descr="BFH_Logo_C_de_fr_en_RGB.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25686" y="18719800"/>
            <a:ext cx="5069685" cy="170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914391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tudienplakat (DE, FR &amp; EN)">
    <p:spTree>
      <p:nvGrpSpPr>
        <p:cNvPr id="1" name=""/>
        <p:cNvGrpSpPr/>
        <p:nvPr/>
      </p:nvGrpSpPr>
      <p:grpSpPr>
        <a:xfrm>
          <a:off x="0" y="0"/>
          <a:ext cx="0" cy="0"/>
          <a:chOff x="0" y="0"/>
          <a:chExt cx="0" cy="0"/>
        </a:xfrm>
      </p:grpSpPr>
      <p:pic>
        <p:nvPicPr>
          <p:cNvPr id="5" name="Bild 4" descr="BFH_Logo_C_de_fr_en_RGB.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25686" y="18719800"/>
            <a:ext cx="5069685" cy="170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9143916"/>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hteck 1"/>
          <p:cNvSpPr/>
          <p:nvPr/>
        </p:nvSpPr>
        <p:spPr>
          <a:xfrm>
            <a:off x="1" y="0"/>
            <a:ext cx="30279975" cy="21388388"/>
          </a:xfrm>
          <a:prstGeom prst="rect">
            <a:avLst/>
          </a:prstGeom>
          <a:noFill/>
          <a:ln w="6350">
            <a:solidFill>
              <a:schemeClr val="tx1"/>
            </a:solidFill>
          </a:ln>
          <a:effectLst/>
        </p:spPr>
        <p:style>
          <a:lnRef idx="1">
            <a:schemeClr val="accent1"/>
          </a:lnRef>
          <a:fillRef idx="3">
            <a:schemeClr val="accent1"/>
          </a:fillRef>
          <a:effectRef idx="2">
            <a:schemeClr val="accent1"/>
          </a:effectRef>
          <a:fontRef idx="minor">
            <a:schemeClr val="lt1"/>
          </a:fontRef>
        </p:style>
        <p:txBody>
          <a:bodyPr lIns="295214" tIns="147607" rIns="295214" bIns="147607" anchor="ctr"/>
          <a:lstStyle/>
          <a:p>
            <a:pPr algn="ctr" defTabSz="1476070" fontAlgn="auto">
              <a:spcBef>
                <a:spcPts val="0"/>
              </a:spcBef>
              <a:spcAft>
                <a:spcPts val="0"/>
              </a:spcAft>
              <a:defRPr/>
            </a:pPr>
            <a:endParaRPr lang="de-DE"/>
          </a:p>
        </p:txBody>
      </p:sp>
      <p:sp>
        <p:nvSpPr>
          <p:cNvPr id="3" name="Rechteck 2"/>
          <p:cNvSpPr/>
          <p:nvPr/>
        </p:nvSpPr>
        <p:spPr>
          <a:xfrm>
            <a:off x="1" y="21083588"/>
            <a:ext cx="30273624" cy="101600"/>
          </a:xfrm>
          <a:prstGeom prst="rect">
            <a:avLst/>
          </a:prstGeom>
          <a:solidFill>
            <a:srgbClr val="697D9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476070" fontAlgn="auto">
              <a:spcBef>
                <a:spcPts val="0"/>
              </a:spcBef>
              <a:spcAft>
                <a:spcPts val="0"/>
              </a:spcAft>
              <a:defRPr/>
            </a:pPr>
            <a:endParaRPr lang="de-DE"/>
          </a:p>
        </p:txBody>
      </p:sp>
      <p:sp>
        <p:nvSpPr>
          <p:cNvPr id="4" name="Rechteck 3"/>
          <p:cNvSpPr/>
          <p:nvPr/>
        </p:nvSpPr>
        <p:spPr>
          <a:xfrm>
            <a:off x="1" y="17881600"/>
            <a:ext cx="30273624" cy="101600"/>
          </a:xfrm>
          <a:prstGeom prst="rect">
            <a:avLst/>
          </a:prstGeom>
          <a:solidFill>
            <a:srgbClr val="697D9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476070" fontAlgn="auto">
              <a:spcBef>
                <a:spcPts val="0"/>
              </a:spcBef>
              <a:spcAft>
                <a:spcPts val="0"/>
              </a:spcAft>
              <a:defRPr/>
            </a:pPr>
            <a:endParaRPr lang="de-DE"/>
          </a:p>
        </p:txBody>
      </p:sp>
    </p:spTree>
  </p:cSld>
  <p:clrMap bg1="lt1" tx1="dk1" bg2="lt2" tx2="dk2" accent1="accent1" accent2="accent2" accent3="accent3" accent4="accent4" accent5="accent5" accent6="accent6" hlink="hlink" folHlink="folHlink"/>
  <p:sldLayoutIdLst>
    <p:sldLayoutId id="2147483707" r:id="rId1"/>
    <p:sldLayoutId id="2147483720" r:id="rId2"/>
  </p:sldLayoutIdLst>
  <p:hf hdr="0" ftr="0" dt="0"/>
  <p:txStyles>
    <p:titleStyle>
      <a:lvl1pPr algn="ctr" defTabSz="1474788" rtl="0" eaLnBrk="1" fontAlgn="base" hangingPunct="1">
        <a:spcBef>
          <a:spcPct val="0"/>
        </a:spcBef>
        <a:spcAft>
          <a:spcPct val="0"/>
        </a:spcAft>
        <a:defRPr sz="14200" kern="1200">
          <a:solidFill>
            <a:schemeClr val="tx1"/>
          </a:solidFill>
          <a:latin typeface="+mj-lt"/>
          <a:ea typeface="MS PGothic" pitchFamily="34" charset="-128"/>
          <a:cs typeface="ＭＳ Ｐゴシック" charset="0"/>
        </a:defRPr>
      </a:lvl1pPr>
      <a:lvl2pPr algn="ctr" defTabSz="1474788" rtl="0" eaLnBrk="1" fontAlgn="base" hangingPunct="1">
        <a:spcBef>
          <a:spcPct val="0"/>
        </a:spcBef>
        <a:spcAft>
          <a:spcPct val="0"/>
        </a:spcAft>
        <a:defRPr sz="14200">
          <a:solidFill>
            <a:schemeClr val="tx1"/>
          </a:solidFill>
          <a:latin typeface="Lucida Sans" pitchFamily="34" charset="0"/>
          <a:ea typeface="MS PGothic" pitchFamily="34" charset="-128"/>
          <a:cs typeface="ＭＳ Ｐゴシック" charset="0"/>
        </a:defRPr>
      </a:lvl2pPr>
      <a:lvl3pPr algn="ctr" defTabSz="1474788" rtl="0" eaLnBrk="1" fontAlgn="base" hangingPunct="1">
        <a:spcBef>
          <a:spcPct val="0"/>
        </a:spcBef>
        <a:spcAft>
          <a:spcPct val="0"/>
        </a:spcAft>
        <a:defRPr sz="14200">
          <a:solidFill>
            <a:schemeClr val="tx1"/>
          </a:solidFill>
          <a:latin typeface="Lucida Sans" pitchFamily="34" charset="0"/>
          <a:ea typeface="MS PGothic" pitchFamily="34" charset="-128"/>
          <a:cs typeface="ＭＳ Ｐゴシック" charset="0"/>
        </a:defRPr>
      </a:lvl3pPr>
      <a:lvl4pPr algn="ctr" defTabSz="1474788" rtl="0" eaLnBrk="1" fontAlgn="base" hangingPunct="1">
        <a:spcBef>
          <a:spcPct val="0"/>
        </a:spcBef>
        <a:spcAft>
          <a:spcPct val="0"/>
        </a:spcAft>
        <a:defRPr sz="14200">
          <a:solidFill>
            <a:schemeClr val="tx1"/>
          </a:solidFill>
          <a:latin typeface="Lucida Sans" pitchFamily="34" charset="0"/>
          <a:ea typeface="MS PGothic" pitchFamily="34" charset="-128"/>
          <a:cs typeface="ＭＳ Ｐゴシック" charset="0"/>
        </a:defRPr>
      </a:lvl4pPr>
      <a:lvl5pPr algn="ctr" defTabSz="1474788" rtl="0" eaLnBrk="1" fontAlgn="base" hangingPunct="1">
        <a:spcBef>
          <a:spcPct val="0"/>
        </a:spcBef>
        <a:spcAft>
          <a:spcPct val="0"/>
        </a:spcAft>
        <a:defRPr sz="14200">
          <a:solidFill>
            <a:schemeClr val="tx1"/>
          </a:solidFill>
          <a:latin typeface="Lucida Sans" pitchFamily="34" charset="0"/>
          <a:ea typeface="MS PGothic" pitchFamily="34" charset="-128"/>
          <a:cs typeface="ＭＳ Ｐゴシック" charset="0"/>
        </a:defRPr>
      </a:lvl5pPr>
      <a:lvl6pPr marL="1476070" algn="ctr" defTabSz="1476070" rtl="0" eaLnBrk="1" fontAlgn="base" hangingPunct="1">
        <a:spcBef>
          <a:spcPct val="0"/>
        </a:spcBef>
        <a:spcAft>
          <a:spcPct val="0"/>
        </a:spcAft>
        <a:defRPr sz="14200">
          <a:solidFill>
            <a:schemeClr val="tx1"/>
          </a:solidFill>
          <a:latin typeface="Calibri" charset="0"/>
          <a:ea typeface="ＭＳ Ｐゴシック" charset="0"/>
          <a:cs typeface="ＭＳ Ｐゴシック" charset="0"/>
        </a:defRPr>
      </a:lvl6pPr>
      <a:lvl7pPr marL="2952140" algn="ctr" defTabSz="1476070" rtl="0" eaLnBrk="1" fontAlgn="base" hangingPunct="1">
        <a:spcBef>
          <a:spcPct val="0"/>
        </a:spcBef>
        <a:spcAft>
          <a:spcPct val="0"/>
        </a:spcAft>
        <a:defRPr sz="14200">
          <a:solidFill>
            <a:schemeClr val="tx1"/>
          </a:solidFill>
          <a:latin typeface="Calibri" charset="0"/>
          <a:ea typeface="ＭＳ Ｐゴシック" charset="0"/>
          <a:cs typeface="ＭＳ Ｐゴシック" charset="0"/>
        </a:defRPr>
      </a:lvl7pPr>
      <a:lvl8pPr marL="4428211" algn="ctr" defTabSz="1476070" rtl="0" eaLnBrk="1" fontAlgn="base" hangingPunct="1">
        <a:spcBef>
          <a:spcPct val="0"/>
        </a:spcBef>
        <a:spcAft>
          <a:spcPct val="0"/>
        </a:spcAft>
        <a:defRPr sz="14200">
          <a:solidFill>
            <a:schemeClr val="tx1"/>
          </a:solidFill>
          <a:latin typeface="Calibri" charset="0"/>
          <a:ea typeface="ＭＳ Ｐゴシック" charset="0"/>
          <a:cs typeface="ＭＳ Ｐゴシック" charset="0"/>
        </a:defRPr>
      </a:lvl8pPr>
      <a:lvl9pPr marL="5904281" algn="ctr" defTabSz="1476070" rtl="0" eaLnBrk="1" fontAlgn="base" hangingPunct="1">
        <a:spcBef>
          <a:spcPct val="0"/>
        </a:spcBef>
        <a:spcAft>
          <a:spcPct val="0"/>
        </a:spcAft>
        <a:defRPr sz="14200">
          <a:solidFill>
            <a:schemeClr val="tx1"/>
          </a:solidFill>
          <a:latin typeface="Calibri" charset="0"/>
          <a:ea typeface="ＭＳ Ｐゴシック" charset="0"/>
          <a:cs typeface="ＭＳ Ｐゴシック" charset="0"/>
        </a:defRPr>
      </a:lvl9pPr>
    </p:titleStyle>
    <p:bodyStyle>
      <a:lvl1pPr marL="1106488" indent="-1106488" algn="l" defTabSz="1474788" rtl="0" eaLnBrk="1" fontAlgn="base" hangingPunct="1">
        <a:spcBef>
          <a:spcPct val="20000"/>
        </a:spcBef>
        <a:spcAft>
          <a:spcPct val="0"/>
        </a:spcAft>
        <a:buFont typeface="Arial" pitchFamily="34" charset="0"/>
        <a:buChar char="•"/>
        <a:defRPr sz="10300" kern="1200">
          <a:solidFill>
            <a:schemeClr val="tx1"/>
          </a:solidFill>
          <a:latin typeface="+mn-lt"/>
          <a:ea typeface="MS PGothic" pitchFamily="34" charset="-128"/>
          <a:cs typeface="ＭＳ Ｐゴシック" charset="0"/>
        </a:defRPr>
      </a:lvl1pPr>
      <a:lvl2pPr marL="2397125" indent="-922338" algn="l" defTabSz="1474788" rtl="0" eaLnBrk="1" fontAlgn="base" hangingPunct="1">
        <a:spcBef>
          <a:spcPct val="20000"/>
        </a:spcBef>
        <a:spcAft>
          <a:spcPct val="0"/>
        </a:spcAft>
        <a:buFont typeface="Arial" pitchFamily="34" charset="0"/>
        <a:buChar char="–"/>
        <a:defRPr sz="9000" kern="1200">
          <a:solidFill>
            <a:schemeClr val="tx1"/>
          </a:solidFill>
          <a:latin typeface="+mn-lt"/>
          <a:ea typeface="MS PGothic" pitchFamily="34" charset="-128"/>
          <a:cs typeface="+mn-cs"/>
        </a:defRPr>
      </a:lvl2pPr>
      <a:lvl3pPr marL="3689350" indent="-736600" algn="l" defTabSz="1474788" rtl="0" eaLnBrk="1" fontAlgn="base" hangingPunct="1">
        <a:spcBef>
          <a:spcPct val="20000"/>
        </a:spcBef>
        <a:spcAft>
          <a:spcPct val="0"/>
        </a:spcAft>
        <a:buFont typeface="Arial" pitchFamily="34" charset="0"/>
        <a:buChar char="•"/>
        <a:defRPr sz="7700" kern="1200">
          <a:solidFill>
            <a:schemeClr val="tx1"/>
          </a:solidFill>
          <a:latin typeface="+mn-lt"/>
          <a:ea typeface="MS PGothic" pitchFamily="34" charset="-128"/>
          <a:cs typeface="+mn-cs"/>
        </a:defRPr>
      </a:lvl3pPr>
      <a:lvl4pPr marL="5165725" indent="-736600" algn="l" defTabSz="1474788" rtl="0" eaLnBrk="1" fontAlgn="base" hangingPunct="1">
        <a:spcBef>
          <a:spcPct val="20000"/>
        </a:spcBef>
        <a:spcAft>
          <a:spcPct val="0"/>
        </a:spcAft>
        <a:buFont typeface="Arial" pitchFamily="34" charset="0"/>
        <a:buChar char="–"/>
        <a:defRPr sz="6500" kern="1200">
          <a:solidFill>
            <a:schemeClr val="tx1"/>
          </a:solidFill>
          <a:latin typeface="+mn-lt"/>
          <a:ea typeface="MS PGothic" pitchFamily="34" charset="-128"/>
          <a:cs typeface="+mn-cs"/>
        </a:defRPr>
      </a:lvl4pPr>
      <a:lvl5pPr marL="6642100" indent="-736600" algn="l" defTabSz="1474788" rtl="0" eaLnBrk="1" fontAlgn="base" hangingPunct="1">
        <a:spcBef>
          <a:spcPct val="20000"/>
        </a:spcBef>
        <a:spcAft>
          <a:spcPct val="0"/>
        </a:spcAft>
        <a:buFont typeface="Arial" pitchFamily="34" charset="0"/>
        <a:buChar char="»"/>
        <a:defRPr sz="6500" kern="1200">
          <a:solidFill>
            <a:schemeClr val="tx1"/>
          </a:solidFill>
          <a:latin typeface="+mn-lt"/>
          <a:ea typeface="MS PGothic" pitchFamily="34" charset="-128"/>
          <a:cs typeface="+mn-cs"/>
        </a:defRPr>
      </a:lvl5pPr>
      <a:lvl6pPr marL="8118386" indent="-738035" algn="l" defTabSz="1476070" rtl="0" eaLnBrk="1" latinLnBrk="0" hangingPunct="1">
        <a:spcBef>
          <a:spcPct val="20000"/>
        </a:spcBef>
        <a:buFont typeface="Arial"/>
        <a:buChar char="•"/>
        <a:defRPr sz="6500" kern="1200">
          <a:solidFill>
            <a:schemeClr val="tx1"/>
          </a:solidFill>
          <a:latin typeface="+mn-lt"/>
          <a:ea typeface="+mn-ea"/>
          <a:cs typeface="+mn-cs"/>
        </a:defRPr>
      </a:lvl6pPr>
      <a:lvl7pPr marL="9594456" indent="-738035" algn="l" defTabSz="1476070" rtl="0" eaLnBrk="1" latinLnBrk="0" hangingPunct="1">
        <a:spcBef>
          <a:spcPct val="20000"/>
        </a:spcBef>
        <a:buFont typeface="Arial"/>
        <a:buChar char="•"/>
        <a:defRPr sz="6500" kern="1200">
          <a:solidFill>
            <a:schemeClr val="tx1"/>
          </a:solidFill>
          <a:latin typeface="+mn-lt"/>
          <a:ea typeface="+mn-ea"/>
          <a:cs typeface="+mn-cs"/>
        </a:defRPr>
      </a:lvl7pPr>
      <a:lvl8pPr marL="11070527" indent="-738035" algn="l" defTabSz="1476070" rtl="0" eaLnBrk="1" latinLnBrk="0" hangingPunct="1">
        <a:spcBef>
          <a:spcPct val="20000"/>
        </a:spcBef>
        <a:buFont typeface="Arial"/>
        <a:buChar char="•"/>
        <a:defRPr sz="6500" kern="1200">
          <a:solidFill>
            <a:schemeClr val="tx1"/>
          </a:solidFill>
          <a:latin typeface="+mn-lt"/>
          <a:ea typeface="+mn-ea"/>
          <a:cs typeface="+mn-cs"/>
        </a:defRPr>
      </a:lvl8pPr>
      <a:lvl9pPr marL="12546597" indent="-738035" algn="l" defTabSz="1476070" rtl="0" eaLnBrk="1" latinLnBrk="0" hangingPunct="1">
        <a:spcBef>
          <a:spcPct val="20000"/>
        </a:spcBef>
        <a:buFont typeface="Arial"/>
        <a:buChar char="•"/>
        <a:defRPr sz="6500" kern="1200">
          <a:solidFill>
            <a:schemeClr val="tx1"/>
          </a:solidFill>
          <a:latin typeface="+mn-lt"/>
          <a:ea typeface="+mn-ea"/>
          <a:cs typeface="+mn-cs"/>
        </a:defRPr>
      </a:lvl9pPr>
    </p:bodyStyle>
    <p:otherStyle>
      <a:defPPr>
        <a:defRPr lang="de-DE"/>
      </a:defPPr>
      <a:lvl1pPr marL="0" algn="l" defTabSz="1476070" rtl="0" eaLnBrk="1" latinLnBrk="0" hangingPunct="1">
        <a:defRPr sz="5800" kern="1200">
          <a:solidFill>
            <a:schemeClr val="tx1"/>
          </a:solidFill>
          <a:latin typeface="+mn-lt"/>
          <a:ea typeface="+mn-ea"/>
          <a:cs typeface="+mn-cs"/>
        </a:defRPr>
      </a:lvl1pPr>
      <a:lvl2pPr marL="1476070" algn="l" defTabSz="1476070" rtl="0" eaLnBrk="1" latinLnBrk="0" hangingPunct="1">
        <a:defRPr sz="5800" kern="1200">
          <a:solidFill>
            <a:schemeClr val="tx1"/>
          </a:solidFill>
          <a:latin typeface="+mn-lt"/>
          <a:ea typeface="+mn-ea"/>
          <a:cs typeface="+mn-cs"/>
        </a:defRPr>
      </a:lvl2pPr>
      <a:lvl3pPr marL="2952140" algn="l" defTabSz="1476070" rtl="0" eaLnBrk="1" latinLnBrk="0" hangingPunct="1">
        <a:defRPr sz="5800" kern="1200">
          <a:solidFill>
            <a:schemeClr val="tx1"/>
          </a:solidFill>
          <a:latin typeface="+mn-lt"/>
          <a:ea typeface="+mn-ea"/>
          <a:cs typeface="+mn-cs"/>
        </a:defRPr>
      </a:lvl3pPr>
      <a:lvl4pPr marL="4428211" algn="l" defTabSz="1476070" rtl="0" eaLnBrk="1" latinLnBrk="0" hangingPunct="1">
        <a:defRPr sz="5800" kern="1200">
          <a:solidFill>
            <a:schemeClr val="tx1"/>
          </a:solidFill>
          <a:latin typeface="+mn-lt"/>
          <a:ea typeface="+mn-ea"/>
          <a:cs typeface="+mn-cs"/>
        </a:defRPr>
      </a:lvl4pPr>
      <a:lvl5pPr marL="5904281" algn="l" defTabSz="1476070" rtl="0" eaLnBrk="1" latinLnBrk="0" hangingPunct="1">
        <a:defRPr sz="5800" kern="1200">
          <a:solidFill>
            <a:schemeClr val="tx1"/>
          </a:solidFill>
          <a:latin typeface="+mn-lt"/>
          <a:ea typeface="+mn-ea"/>
          <a:cs typeface="+mn-cs"/>
        </a:defRPr>
      </a:lvl5pPr>
      <a:lvl6pPr marL="7380351" algn="l" defTabSz="1476070" rtl="0" eaLnBrk="1" latinLnBrk="0" hangingPunct="1">
        <a:defRPr sz="5800" kern="1200">
          <a:solidFill>
            <a:schemeClr val="tx1"/>
          </a:solidFill>
          <a:latin typeface="+mn-lt"/>
          <a:ea typeface="+mn-ea"/>
          <a:cs typeface="+mn-cs"/>
        </a:defRPr>
      </a:lvl6pPr>
      <a:lvl7pPr marL="8856421" algn="l" defTabSz="1476070" rtl="0" eaLnBrk="1" latinLnBrk="0" hangingPunct="1">
        <a:defRPr sz="5800" kern="1200">
          <a:solidFill>
            <a:schemeClr val="tx1"/>
          </a:solidFill>
          <a:latin typeface="+mn-lt"/>
          <a:ea typeface="+mn-ea"/>
          <a:cs typeface="+mn-cs"/>
        </a:defRPr>
      </a:lvl7pPr>
      <a:lvl8pPr marL="10332491" algn="l" defTabSz="1476070" rtl="0" eaLnBrk="1" latinLnBrk="0" hangingPunct="1">
        <a:defRPr sz="5800" kern="1200">
          <a:solidFill>
            <a:schemeClr val="tx1"/>
          </a:solidFill>
          <a:latin typeface="+mn-lt"/>
          <a:ea typeface="+mn-ea"/>
          <a:cs typeface="+mn-cs"/>
        </a:defRPr>
      </a:lvl8pPr>
      <a:lvl9pPr marL="11808562" algn="l" defTabSz="1476070" rtl="0" eaLnBrk="1" latinLnBrk="0" hangingPunct="1">
        <a:defRPr sz="5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descr="Bitte möglichst die vorgegebene Breite einhalten! Sollte dieser Platz nicht reichen, kann im oberen Teil ein zusätzlicher längerer Titel verwendet werden." title="Titelfeld"/>
          <p:cNvSpPr txBox="1"/>
          <p:nvPr/>
        </p:nvSpPr>
        <p:spPr>
          <a:xfrm>
            <a:off x="6969455" y="18414123"/>
            <a:ext cx="15122378" cy="1323439"/>
          </a:xfrm>
          <a:prstGeom prst="rect">
            <a:avLst/>
          </a:prstGeom>
          <a:noFill/>
        </p:spPr>
        <p:txBody>
          <a:bodyPr wrap="none" lIns="72000" tIns="72000" rIns="72000" bIns="72000" rtlCol="0">
            <a:normAutofit lnSpcReduction="10000"/>
          </a:bodyPr>
          <a:lstStyle/>
          <a:p>
            <a:pPr algn="ctr"/>
            <a:r>
              <a:rPr lang="en-US" sz="8000">
                <a:latin typeface="+mj-lt"/>
              </a:rPr>
              <a:t>LMS for Rural India</a:t>
            </a:r>
            <a:endParaRPr lang="en-GB" sz="8000">
              <a:latin typeface="+mj-lt"/>
            </a:endParaRPr>
          </a:p>
        </p:txBody>
      </p:sp>
      <p:graphicFrame>
        <p:nvGraphicFramePr>
          <p:cNvPr id="7" name="Tabelle 6"/>
          <p:cNvGraphicFramePr>
            <a:graphicFrameLocks noGrp="1"/>
          </p:cNvGraphicFramePr>
          <p:nvPr>
            <p:extLst>
              <p:ext uri="{D42A27DB-BD31-4B8C-83A1-F6EECF244321}">
                <p14:modId xmlns:p14="http://schemas.microsoft.com/office/powerpoint/2010/main" val="1472192899"/>
              </p:ext>
            </p:extLst>
          </p:nvPr>
        </p:nvGraphicFramePr>
        <p:xfrm>
          <a:off x="22724557" y="18287949"/>
          <a:ext cx="7201896" cy="2103120"/>
        </p:xfrm>
        <a:graphic>
          <a:graphicData uri="http://schemas.openxmlformats.org/drawingml/2006/table">
            <a:tbl>
              <a:tblPr firstRow="1" bandRow="1">
                <a:tableStyleId>{5940675A-B579-460E-94D1-54222C63F5DA}</a:tableStyleId>
              </a:tblPr>
              <a:tblGrid>
                <a:gridCol w="2489176">
                  <a:extLst>
                    <a:ext uri="{9D8B030D-6E8A-4147-A177-3AD203B41FA5}">
                      <a16:colId xmlns:a16="http://schemas.microsoft.com/office/drawing/2014/main" val="20000"/>
                    </a:ext>
                  </a:extLst>
                </a:gridCol>
                <a:gridCol w="4712720">
                  <a:extLst>
                    <a:ext uri="{9D8B030D-6E8A-4147-A177-3AD203B41FA5}">
                      <a16:colId xmlns:a16="http://schemas.microsoft.com/office/drawing/2014/main" val="20001"/>
                    </a:ext>
                  </a:extLst>
                </a:gridCol>
              </a:tblGrid>
              <a:tr h="370840">
                <a:tc>
                  <a:txBody>
                    <a:bodyPr/>
                    <a:lstStyle/>
                    <a:p>
                      <a:pPr marL="0" marR="0" lvl="0" indent="0" algn="r" defTabSz="1474788" rtl="0" eaLnBrk="1" fontAlgn="base" latinLnBrk="0" hangingPunct="1">
                        <a:lnSpc>
                          <a:spcPct val="100000"/>
                        </a:lnSpc>
                        <a:spcBef>
                          <a:spcPct val="0"/>
                        </a:spcBef>
                        <a:spcAft>
                          <a:spcPct val="0"/>
                        </a:spcAft>
                        <a:buClr>
                          <a:srgbClr val="FAA500"/>
                        </a:buClr>
                        <a:buSzPct val="80000"/>
                        <a:buFontTx/>
                        <a:buNone/>
                        <a:tabLst/>
                        <a:defRPr/>
                      </a:pPr>
                      <a:r>
                        <a:rPr kumimoji="0" lang="de-DE" altLang="de-DE" sz="2400" b="0" i="0" u="none" strike="noStrike" kern="1200" cap="none" spc="0" normalizeH="0" baseline="0" noProof="0">
                          <a:ln>
                            <a:noFill/>
                          </a:ln>
                          <a:solidFill>
                            <a:srgbClr val="697D91"/>
                          </a:solidFill>
                          <a:effectLst/>
                          <a:uLnTx/>
                          <a:uFillTx/>
                          <a:latin typeface="Lucida Sans" pitchFamily="34" charset="0"/>
                          <a:ea typeface="MS PGothic" pitchFamily="34" charset="-128"/>
                          <a:cs typeface="+mn-cs"/>
                        </a:rPr>
                        <a:t>Graduate(s):</a:t>
                      </a:r>
                      <a:endParaRPr kumimoji="0" lang="fr-CH" sz="5400" b="0" i="0" u="none" strike="noStrike" kern="1200" cap="none" spc="0" normalizeH="0" baseline="0" noProof="0">
                        <a:ln>
                          <a:noFill/>
                        </a:ln>
                        <a:solidFill>
                          <a:prstClr val="black"/>
                        </a:solidFill>
                        <a:effectLst/>
                        <a:uLnTx/>
                        <a:uFillTx/>
                        <a:latin typeface="+mn-lt"/>
                        <a:ea typeface="+mn-ea"/>
                        <a:cs typeface="+mn-cs"/>
                      </a:endParaRPr>
                    </a:p>
                  </a:txBody>
                  <a:tcPr marL="91454" marR="9145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algn="l" defTabSz="1476070" rtl="0" eaLnBrk="1" latinLnBrk="0" hangingPunct="1">
                        <a:lnSpc>
                          <a:spcPct val="100000"/>
                        </a:lnSpc>
                      </a:pPr>
                      <a:r>
                        <a:rPr kumimoji="0" lang="de-CH" sz="2400" b="0" i="0" u="none" strike="noStrike" kern="1200" cap="none" spc="0" normalizeH="0" baseline="0">
                          <a:ln>
                            <a:noFill/>
                          </a:ln>
                          <a:solidFill>
                            <a:srgbClr val="697D91"/>
                          </a:solidFill>
                          <a:effectLst/>
                          <a:uLnTx/>
                          <a:uFillTx/>
                          <a:latin typeface="Lucida Sans" pitchFamily="34" charset="0"/>
                          <a:ea typeface="MS PGothic" pitchFamily="34" charset="-128"/>
                          <a:cs typeface="+mn-cs"/>
                        </a:rPr>
                        <a:t>Tobias Erpen</a:t>
                      </a:r>
                      <a:br>
                        <a:rPr kumimoji="0" lang="de-CH" sz="2400" b="0" i="0" u="none" strike="noStrike" kern="1200" cap="none" spc="0" normalizeH="0" baseline="0">
                          <a:ln>
                            <a:noFill/>
                          </a:ln>
                          <a:solidFill>
                            <a:srgbClr val="697D91"/>
                          </a:solidFill>
                          <a:effectLst/>
                          <a:uLnTx/>
                          <a:uFillTx/>
                          <a:latin typeface="Lucida Sans" pitchFamily="34" charset="0"/>
                          <a:ea typeface="MS PGothic" pitchFamily="34" charset="-128"/>
                          <a:cs typeface="+mn-cs"/>
                        </a:rPr>
                      </a:br>
                      <a:r>
                        <a:rPr kumimoji="0" lang="de-CH" sz="2400" b="0" i="0" u="none" strike="noStrike" kern="1200" cap="none" spc="0" normalizeH="0" baseline="0">
                          <a:ln>
                            <a:noFill/>
                          </a:ln>
                          <a:solidFill>
                            <a:srgbClr val="697D91"/>
                          </a:solidFill>
                          <a:effectLst/>
                          <a:uLnTx/>
                          <a:uFillTx/>
                          <a:latin typeface="Lucida Sans" pitchFamily="34" charset="0"/>
                          <a:ea typeface="MS PGothic" pitchFamily="34" charset="-128"/>
                          <a:cs typeface="+mn-cs"/>
                        </a:rPr>
                        <a:t>Alayne Hiltmann</a:t>
                      </a:r>
                    </a:p>
                    <a:p>
                      <a:pPr marL="0" algn="l" defTabSz="1476070" rtl="0" eaLnBrk="1" latinLnBrk="0" hangingPunct="1">
                        <a:lnSpc>
                          <a:spcPct val="100000"/>
                        </a:lnSpc>
                      </a:pPr>
                      <a:r>
                        <a:rPr kumimoji="0" lang="fr-CH" sz="2400" b="0" i="0" u="none" strike="noStrike" kern="1200" cap="none" spc="0" normalizeH="0" baseline="0">
                          <a:ln>
                            <a:noFill/>
                          </a:ln>
                          <a:solidFill>
                            <a:srgbClr val="697D91"/>
                          </a:solidFill>
                          <a:effectLst/>
                          <a:uLnTx/>
                          <a:uFillTx/>
                          <a:latin typeface="Lucida Sans" pitchFamily="34" charset="0"/>
                          <a:ea typeface="MS PGothic" pitchFamily="34" charset="-128"/>
                          <a:cs typeface="+mn-cs"/>
                        </a:rPr>
                        <a:t>Lukas Vogel</a:t>
                      </a:r>
                    </a:p>
                  </a:txBody>
                  <a:tcPr marL="91454" marR="9145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marL="0" marR="0" lvl="0" indent="0" algn="r" defTabSz="1474788" rtl="0" eaLnBrk="1" fontAlgn="base" latinLnBrk="0" hangingPunct="1">
                        <a:lnSpc>
                          <a:spcPct val="100000"/>
                        </a:lnSpc>
                        <a:spcBef>
                          <a:spcPct val="0"/>
                        </a:spcBef>
                        <a:spcAft>
                          <a:spcPct val="0"/>
                        </a:spcAft>
                        <a:buClr>
                          <a:srgbClr val="FAA500"/>
                        </a:buClr>
                        <a:buSzPct val="80000"/>
                        <a:buFontTx/>
                        <a:buNone/>
                        <a:tabLst/>
                        <a:defRPr/>
                      </a:pPr>
                      <a:r>
                        <a:rPr kumimoji="0" lang="de-DE" altLang="de-DE" sz="2400" b="0" i="0" u="none" strike="noStrike" kern="1200" cap="none" spc="0" normalizeH="0" baseline="0" noProof="0">
                          <a:ln>
                            <a:noFill/>
                          </a:ln>
                          <a:solidFill>
                            <a:srgbClr val="697D91"/>
                          </a:solidFill>
                          <a:effectLst/>
                          <a:uLnTx/>
                          <a:uFillTx/>
                          <a:latin typeface="Lucida Sans" pitchFamily="34" charset="0"/>
                          <a:ea typeface="MS PGothic" pitchFamily="34" charset="-128"/>
                          <a:cs typeface="+mn-cs"/>
                        </a:rPr>
                        <a:t>Professor:</a:t>
                      </a:r>
                      <a:endParaRPr kumimoji="0" lang="fr-CH" sz="2400" b="0" i="0" u="none" strike="noStrike" kern="1200" cap="none" spc="0" normalizeH="0" baseline="0" noProof="0">
                        <a:ln>
                          <a:noFill/>
                        </a:ln>
                        <a:solidFill>
                          <a:srgbClr val="697D91"/>
                        </a:solidFill>
                        <a:effectLst/>
                        <a:uLnTx/>
                        <a:uFillTx/>
                        <a:latin typeface="Lucida Sans" pitchFamily="34" charset="0"/>
                        <a:ea typeface="MS PGothic" pitchFamily="34" charset="-128"/>
                        <a:cs typeface="+mn-cs"/>
                      </a:endParaRPr>
                    </a:p>
                  </a:txBody>
                  <a:tcPr marL="91454" marR="9145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algn="l" defTabSz="1476070" rtl="0" eaLnBrk="1" latinLnBrk="0" hangingPunct="1">
                        <a:lnSpc>
                          <a:spcPct val="100000"/>
                        </a:lnSpc>
                      </a:pPr>
                      <a:r>
                        <a:rPr kumimoji="0" lang="de-CH" sz="2400" b="0" i="0" u="none" strike="noStrike" kern="1200" cap="none" spc="0" normalizeH="0" baseline="0">
                          <a:ln>
                            <a:noFill/>
                          </a:ln>
                          <a:solidFill>
                            <a:srgbClr val="697D91"/>
                          </a:solidFill>
                          <a:effectLst/>
                          <a:uLnTx/>
                          <a:uFillTx/>
                          <a:latin typeface="Lucida Sans" pitchFamily="34" charset="0"/>
                          <a:ea typeface="MS PGothic" pitchFamily="34" charset="-128"/>
                          <a:cs typeface="+mn-cs"/>
                        </a:rPr>
                        <a:t>Kenneth Ritley</a:t>
                      </a:r>
                      <a:endParaRPr kumimoji="0" lang="fr-CH" sz="2400" b="0" i="0" u="none" strike="noStrike" kern="1200" cap="none" spc="0" normalizeH="0" baseline="0">
                        <a:ln>
                          <a:noFill/>
                        </a:ln>
                        <a:solidFill>
                          <a:srgbClr val="697D91"/>
                        </a:solidFill>
                        <a:effectLst/>
                        <a:uLnTx/>
                        <a:uFillTx/>
                        <a:latin typeface="Lucida Sans" pitchFamily="34" charset="0"/>
                        <a:ea typeface="MS PGothic" pitchFamily="34" charset="-128"/>
                        <a:cs typeface="+mn-cs"/>
                      </a:endParaRPr>
                    </a:p>
                  </a:txBody>
                  <a:tcPr marL="91454" marR="9145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marL="0" marR="0" lvl="0" indent="0" algn="r" defTabSz="1474788" rtl="0" eaLnBrk="1" fontAlgn="base" latinLnBrk="0" hangingPunct="1">
                        <a:lnSpc>
                          <a:spcPct val="100000"/>
                        </a:lnSpc>
                        <a:spcBef>
                          <a:spcPct val="0"/>
                        </a:spcBef>
                        <a:spcAft>
                          <a:spcPct val="0"/>
                        </a:spcAft>
                        <a:buClr>
                          <a:srgbClr val="FAA500"/>
                        </a:buClr>
                        <a:buSzPct val="80000"/>
                        <a:buFontTx/>
                        <a:buNone/>
                        <a:tabLst/>
                        <a:defRPr/>
                      </a:pPr>
                      <a:r>
                        <a:rPr kumimoji="0" lang="de-DE" altLang="de-DE" sz="2400" b="0" i="0" u="none" strike="noStrike" kern="1200" cap="none" spc="0" normalizeH="0" baseline="0" noProof="0">
                          <a:ln>
                            <a:noFill/>
                          </a:ln>
                          <a:solidFill>
                            <a:srgbClr val="697D91"/>
                          </a:solidFill>
                          <a:effectLst/>
                          <a:uLnTx/>
                          <a:uFillTx/>
                          <a:latin typeface="Lucida Sans" pitchFamily="34" charset="0"/>
                          <a:ea typeface="MS PGothic" pitchFamily="34" charset="-128"/>
                          <a:cs typeface="+mn-cs"/>
                        </a:rPr>
                        <a:t>Expert:</a:t>
                      </a:r>
                      <a:endParaRPr kumimoji="0" lang="fr-CH" sz="2400" b="0" i="0" u="none" strike="noStrike" kern="1200" cap="none" spc="0" normalizeH="0" baseline="0" noProof="0">
                        <a:ln>
                          <a:noFill/>
                        </a:ln>
                        <a:solidFill>
                          <a:srgbClr val="697D91"/>
                        </a:solidFill>
                        <a:effectLst/>
                        <a:uLnTx/>
                        <a:uFillTx/>
                        <a:latin typeface="Lucida Sans" pitchFamily="34" charset="0"/>
                        <a:ea typeface="MS PGothic" pitchFamily="34" charset="-128"/>
                        <a:cs typeface="+mn-cs"/>
                      </a:endParaRPr>
                    </a:p>
                  </a:txBody>
                  <a:tcPr marL="91454" marR="9145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algn="l" defTabSz="1476070" rtl="0" eaLnBrk="1" latinLnBrk="0" hangingPunct="1">
                        <a:lnSpc>
                          <a:spcPct val="100000"/>
                        </a:lnSpc>
                      </a:pPr>
                      <a:r>
                        <a:rPr kumimoji="0" lang="de-CH" sz="2400" b="0" i="0" u="none" strike="noStrike" kern="1200" cap="none" spc="0" normalizeH="0" baseline="0">
                          <a:ln>
                            <a:noFill/>
                          </a:ln>
                          <a:solidFill>
                            <a:srgbClr val="697D91"/>
                          </a:solidFill>
                          <a:effectLst/>
                          <a:uLnTx/>
                          <a:uFillTx/>
                          <a:latin typeface="Lucida Sans" pitchFamily="34" charset="0"/>
                          <a:ea typeface="MS PGothic" pitchFamily="34" charset="-128"/>
                          <a:cs typeface="+mn-cs"/>
                        </a:rPr>
                        <a:t>Alain Joray</a:t>
                      </a:r>
                      <a:endParaRPr kumimoji="0" lang="fr-CH" sz="2400" b="0" i="0" u="none" strike="noStrike" kern="1200" cap="none" spc="0" normalizeH="0" baseline="0">
                        <a:ln>
                          <a:noFill/>
                        </a:ln>
                        <a:solidFill>
                          <a:srgbClr val="697D91"/>
                        </a:solidFill>
                        <a:effectLst/>
                        <a:uLnTx/>
                        <a:uFillTx/>
                        <a:latin typeface="Lucida Sans" pitchFamily="34" charset="0"/>
                        <a:ea typeface="MS PGothic" pitchFamily="34" charset="-128"/>
                        <a:cs typeface="+mn-cs"/>
                      </a:endParaRPr>
                    </a:p>
                  </a:txBody>
                  <a:tcPr marL="91454" marR="91454"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3" name="Textfeld 2"/>
          <p:cNvSpPr txBox="1"/>
          <p:nvPr/>
        </p:nvSpPr>
        <p:spPr>
          <a:xfrm>
            <a:off x="6969455" y="19956914"/>
            <a:ext cx="15122378" cy="584775"/>
          </a:xfrm>
          <a:prstGeom prst="rect">
            <a:avLst/>
          </a:prstGeom>
          <a:noFill/>
        </p:spPr>
        <p:txBody>
          <a:bodyPr wrap="square" rtlCol="0">
            <a:spAutoFit/>
          </a:bodyPr>
          <a:lstStyle/>
          <a:p>
            <a:pPr marL="266700" indent="-266700" algn="ctr">
              <a:buClr>
                <a:srgbClr val="FAA500"/>
              </a:buClr>
              <a:buSzPct val="80000"/>
              <a:buFont typeface="Lucida Grande" charset="0"/>
              <a:buChar char="▶"/>
              <a:defRPr/>
            </a:pPr>
            <a:r>
              <a:rPr lang="en-GB" altLang="de-DE" sz="3200" dirty="0">
                <a:solidFill>
                  <a:srgbClr val="697D91"/>
                </a:solidFill>
                <a:latin typeface="Lucida Sans" pitchFamily="34" charset="0"/>
              </a:rPr>
              <a:t> Bachelor Thesis 2024	 Degree Programme  Computer Science</a:t>
            </a:r>
            <a:endParaRPr lang="en-GB" sz="3200" dirty="0">
              <a:solidFill>
                <a:srgbClr val="697D91"/>
              </a:solidFill>
              <a:latin typeface="Lucida Sans" pitchFamily="34" charset="0"/>
            </a:endParaRPr>
          </a:p>
        </p:txBody>
      </p:sp>
      <p:sp>
        <p:nvSpPr>
          <p:cNvPr id="6" name="Textfeld 5"/>
          <p:cNvSpPr txBox="1"/>
          <p:nvPr/>
        </p:nvSpPr>
        <p:spPr>
          <a:xfrm>
            <a:off x="898776" y="896767"/>
            <a:ext cx="8845847" cy="14557831"/>
          </a:xfrm>
          <a:prstGeom prst="rect">
            <a:avLst/>
          </a:prstGeom>
          <a:noFill/>
        </p:spPr>
        <p:txBody>
          <a:bodyPr wrap="square" rtlCol="0">
            <a:spAutoFit/>
          </a:bodyPr>
          <a:lstStyle/>
          <a:p>
            <a:pPr algn="just">
              <a:buClr>
                <a:srgbClr val="FAA500"/>
              </a:buClr>
              <a:buSzPct val="80000"/>
              <a:defRPr/>
            </a:pPr>
            <a:r>
              <a:rPr lang="en-US" altLang="de-DE" sz="4400" dirty="0">
                <a:solidFill>
                  <a:srgbClr val="697D91"/>
                </a:solidFill>
                <a:latin typeface="+mj-lt"/>
              </a:rPr>
              <a:t>The Situation in India</a:t>
            </a:r>
            <a:endParaRPr lang="en-GB" altLang="de-DE" sz="3200" dirty="0">
              <a:solidFill>
                <a:srgbClr val="697D91"/>
              </a:solidFill>
              <a:latin typeface="Lucida Sans" pitchFamily="34" charset="0"/>
            </a:endParaRPr>
          </a:p>
          <a:p>
            <a:pPr algn="just">
              <a:buClr>
                <a:srgbClr val="FAA500"/>
              </a:buClr>
              <a:buSzPct val="80000"/>
              <a:defRPr/>
            </a:pPr>
            <a:endParaRPr lang="en-GB" altLang="de-DE" sz="3200" dirty="0">
              <a:latin typeface="Lucida Sans" pitchFamily="34" charset="0"/>
            </a:endParaRPr>
          </a:p>
          <a:p>
            <a:pPr algn="just">
              <a:buClr>
                <a:srgbClr val="FAA500"/>
              </a:buClr>
              <a:buSzPct val="80000"/>
              <a:defRPr/>
            </a:pPr>
            <a:r>
              <a:rPr lang="en-US" altLang="de-DE" sz="3200" dirty="0">
                <a:latin typeface="Lucida Sans" pitchFamily="34" charset="0"/>
              </a:rPr>
              <a:t>India grew very rapidly in the last couple of decades. This growth brought wealth and opportunity with it, especially in the IT industry. Nowadays the children of the original “IT-Boomers” have grown up enjoying a good education and are given preference for the new IT jobs. The poorer and rural areas can no longer compete so have been left behind and are struggling to catch up.</a:t>
            </a: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r>
              <a:rPr lang="en-US" altLang="de-DE" sz="3200" dirty="0">
                <a:latin typeface="Lucida Sans" pitchFamily="34" charset="0"/>
              </a:rPr>
              <a:t>On one hand there are people working in shiny office buildings with all the tech you could dream of. On the </a:t>
            </a:r>
            <a:r>
              <a:rPr lang="en-US" altLang="de-DE" sz="3200">
                <a:latin typeface="Lucida Sans" pitchFamily="34" charset="0"/>
              </a:rPr>
              <a:t>other hand, </a:t>
            </a:r>
            <a:r>
              <a:rPr lang="en-US" altLang="de-DE" sz="3200" dirty="0">
                <a:latin typeface="Lucida Sans" pitchFamily="34" charset="0"/>
              </a:rPr>
              <a:t>are schools that can not afford </a:t>
            </a:r>
            <a:r>
              <a:rPr lang="en-US" altLang="de-DE" sz="3200">
                <a:latin typeface="Lucida Sans" pitchFamily="34" charset="0"/>
              </a:rPr>
              <a:t>white boards. </a:t>
            </a:r>
            <a:r>
              <a:rPr lang="en-US" altLang="de-DE" sz="3200" dirty="0">
                <a:latin typeface="Lucida Sans" pitchFamily="34" charset="0"/>
              </a:rPr>
              <a:t>Once one visits the two worlds the difference is not just viable but can very much be felt. </a:t>
            </a:r>
          </a:p>
        </p:txBody>
      </p:sp>
      <p:sp>
        <p:nvSpPr>
          <p:cNvPr id="9" name="Textfeld 8"/>
          <p:cNvSpPr txBox="1"/>
          <p:nvPr/>
        </p:nvSpPr>
        <p:spPr>
          <a:xfrm>
            <a:off x="20356484" y="875399"/>
            <a:ext cx="8845847" cy="16035159"/>
          </a:xfrm>
          <a:prstGeom prst="rect">
            <a:avLst/>
          </a:prstGeom>
          <a:noFill/>
        </p:spPr>
        <p:txBody>
          <a:bodyPr wrap="square" rtlCol="0">
            <a:spAutoFit/>
          </a:bodyPr>
          <a:lstStyle/>
          <a:p>
            <a:pPr algn="just">
              <a:buClr>
                <a:srgbClr val="FAA500"/>
              </a:buClr>
              <a:buSzPct val="80000"/>
              <a:defRPr/>
            </a:pPr>
            <a:r>
              <a:rPr lang="en-GB" altLang="de-DE" sz="4400">
                <a:solidFill>
                  <a:srgbClr val="697D91"/>
                </a:solidFill>
                <a:latin typeface="+mj-lt"/>
              </a:rPr>
              <a:t>The future of </a:t>
            </a:r>
            <a:r>
              <a:rPr lang="en-GB" altLang="de-DE" sz="4400" err="1">
                <a:solidFill>
                  <a:srgbClr val="697D91"/>
                </a:solidFill>
                <a:latin typeface="+mj-lt"/>
              </a:rPr>
              <a:t>Sulabh</a:t>
            </a:r>
            <a:endParaRPr lang="en-GB" altLang="de-DE" sz="3200">
              <a:solidFill>
                <a:srgbClr val="697D91"/>
              </a:solidFill>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r>
              <a:rPr lang="en-GB" altLang="de-DE" sz="3200">
                <a:latin typeface="Lucida Sans" pitchFamily="34" charset="0"/>
              </a:rPr>
              <a:t>The app was given the name “</a:t>
            </a:r>
            <a:r>
              <a:rPr lang="en-GB" altLang="de-DE" sz="3200" err="1">
                <a:latin typeface="Lucida Sans" pitchFamily="34" charset="0"/>
              </a:rPr>
              <a:t>Sulabh</a:t>
            </a:r>
            <a:r>
              <a:rPr lang="en-GB" altLang="de-DE" sz="3200">
                <a:latin typeface="Lucida Sans" pitchFamily="34" charset="0"/>
              </a:rPr>
              <a:t>” which means easy in a lot of languages in India. The name is an abbreviation that stands for “</a:t>
            </a:r>
            <a:r>
              <a:rPr lang="en-US" altLang="de-DE" sz="3200">
                <a:latin typeface="Lucida Sans" pitchFamily="34" charset="0"/>
              </a:rPr>
              <a:t>Sharada Universal Learning App for Bharat”.</a:t>
            </a: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endParaRPr lang="en-GB" altLang="de-DE" sz="3200">
              <a:latin typeface="Lucida Sans" pitchFamily="34" charset="0"/>
            </a:endParaRPr>
          </a:p>
          <a:p>
            <a:pPr algn="just">
              <a:buClr>
                <a:srgbClr val="FAA500"/>
              </a:buClr>
              <a:buSzPct val="80000"/>
              <a:defRPr/>
            </a:pPr>
            <a:r>
              <a:rPr lang="en-GB" altLang="de-DE" sz="3200">
                <a:latin typeface="Lucida Sans" pitchFamily="34" charset="0"/>
              </a:rPr>
              <a:t>We had the opportunity to soft launch the app in a rural government school in the town of </a:t>
            </a:r>
            <a:r>
              <a:rPr lang="en-GB" altLang="de-DE" sz="3200" err="1">
                <a:latin typeface="Lucida Sans" pitchFamily="34" charset="0"/>
              </a:rPr>
              <a:t>Cheeluru</a:t>
            </a:r>
            <a:r>
              <a:rPr lang="en-GB" altLang="de-DE" sz="3200">
                <a:latin typeface="Lucida Sans" pitchFamily="34" charset="0"/>
              </a:rPr>
              <a:t>. The event was even covered in the local newspaper. From now on forward Sharada Educational Trust will grow the userbase and bring education not just to </a:t>
            </a:r>
            <a:r>
              <a:rPr lang="en-GB" altLang="de-DE" sz="3200" err="1">
                <a:latin typeface="Lucida Sans" pitchFamily="34" charset="0"/>
              </a:rPr>
              <a:t>Cheeluru</a:t>
            </a:r>
            <a:r>
              <a:rPr lang="en-GB" altLang="de-DE" sz="3200">
                <a:latin typeface="Lucida Sans" pitchFamily="34" charset="0"/>
              </a:rPr>
              <a:t> but to the Karnataka area and maybe to wider parts of India.</a:t>
            </a:r>
          </a:p>
        </p:txBody>
      </p:sp>
      <p:sp>
        <p:nvSpPr>
          <p:cNvPr id="10" name="Textfeld 9"/>
          <p:cNvSpPr txBox="1"/>
          <p:nvPr/>
        </p:nvSpPr>
        <p:spPr>
          <a:xfrm>
            <a:off x="10667052" y="893032"/>
            <a:ext cx="8845847" cy="15050274"/>
          </a:xfrm>
          <a:prstGeom prst="rect">
            <a:avLst/>
          </a:prstGeom>
          <a:noFill/>
        </p:spPr>
        <p:txBody>
          <a:bodyPr wrap="square" rtlCol="0">
            <a:spAutoFit/>
          </a:bodyPr>
          <a:lstStyle/>
          <a:p>
            <a:pPr algn="just">
              <a:buClr>
                <a:srgbClr val="FAA500"/>
              </a:buClr>
              <a:buSzPct val="80000"/>
              <a:defRPr/>
            </a:pPr>
            <a:r>
              <a:rPr lang="en-GB" altLang="de-DE" sz="4400" dirty="0">
                <a:solidFill>
                  <a:srgbClr val="697D91"/>
                </a:solidFill>
                <a:latin typeface="+mj-lt"/>
              </a:rPr>
              <a:t>Our Contribution</a:t>
            </a:r>
            <a:endParaRPr lang="en-GB" altLang="de-DE" sz="3200" dirty="0">
              <a:solidFill>
                <a:srgbClr val="697D91"/>
              </a:solidFill>
              <a:latin typeface="Lucida Sans" pitchFamily="34" charset="0"/>
            </a:endParaRPr>
          </a:p>
          <a:p>
            <a:pPr algn="just">
              <a:buClr>
                <a:srgbClr val="FAA500"/>
              </a:buClr>
              <a:buSzPct val="80000"/>
              <a:defRPr/>
            </a:pPr>
            <a:endParaRPr lang="en-GB" altLang="de-DE" sz="3200" dirty="0">
              <a:latin typeface="Lucida Sans" pitchFamily="34" charset="0"/>
            </a:endParaRPr>
          </a:p>
          <a:p>
            <a:pPr algn="just">
              <a:buClr>
                <a:srgbClr val="FAA500"/>
              </a:buClr>
              <a:buSzPct val="80000"/>
              <a:defRPr/>
            </a:pPr>
            <a:r>
              <a:rPr lang="en-US" altLang="de-DE" sz="3200" dirty="0">
                <a:latin typeface="Lucida Sans" pitchFamily="34" charset="0"/>
              </a:rPr>
              <a:t>We set out to create a learning management system (LMS) to reach those left behind. The mobile app should support the teaching of spoken English and aid in automating and organizing the curriculum. We partnered with the Sharada Educational Trust to tailor the app to their needs and to overcome their specific challenges, including reaching rural community teachers and college girls.</a:t>
            </a:r>
          </a:p>
          <a:p>
            <a:pPr algn="just">
              <a:buClr>
                <a:srgbClr val="FAA500"/>
              </a:buClr>
              <a:buSzPct val="80000"/>
              <a:defRPr/>
            </a:pPr>
            <a:r>
              <a:rPr lang="en-US" altLang="de-DE" sz="3200" dirty="0">
                <a:latin typeface="Lucida Sans" pitchFamily="34" charset="0"/>
              </a:rPr>
              <a:t>We had to build the app with mobile first in mind since our end users do not have access to laptops, if lucky they own a not too old smart phone. </a:t>
            </a: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endParaRPr lang="en-US" altLang="de-DE" sz="3200" dirty="0">
              <a:latin typeface="Lucida Sans" pitchFamily="34" charset="0"/>
            </a:endParaRPr>
          </a:p>
          <a:p>
            <a:pPr algn="just">
              <a:buClr>
                <a:srgbClr val="FAA500"/>
              </a:buClr>
              <a:buSzPct val="80000"/>
              <a:defRPr/>
            </a:pPr>
            <a:r>
              <a:rPr lang="en-GB" altLang="de-DE" sz="3200" dirty="0">
                <a:latin typeface="Lucida Sans" pitchFamily="34" charset="0"/>
              </a:rPr>
              <a:t>The girls and women in the picture above are the kind teachers and students that tested the app with us and will start using it in the next school year.</a:t>
            </a:r>
          </a:p>
        </p:txBody>
      </p:sp>
      <p:pic>
        <p:nvPicPr>
          <p:cNvPr id="5" name="Picture 4" descr="A building with a glass roof&#10;&#10;Description automatically generated">
            <a:extLst>
              <a:ext uri="{FF2B5EF4-FFF2-40B4-BE49-F238E27FC236}">
                <a16:creationId xmlns:a16="http://schemas.microsoft.com/office/drawing/2014/main" id="{C910E395-741C-A4C0-D998-C36E44AA0AD9}"/>
              </a:ext>
            </a:extLst>
          </p:cNvPr>
          <p:cNvPicPr>
            <a:picLocks noChangeAspect="1"/>
          </p:cNvPicPr>
          <p:nvPr/>
        </p:nvPicPr>
        <p:blipFill>
          <a:blip r:embed="rId2"/>
          <a:stretch>
            <a:fillRect/>
          </a:stretch>
        </p:blipFill>
        <p:spPr>
          <a:xfrm>
            <a:off x="898775" y="7480159"/>
            <a:ext cx="8845847" cy="3962202"/>
          </a:xfrm>
          <a:prstGeom prst="rect">
            <a:avLst/>
          </a:prstGeom>
        </p:spPr>
      </p:pic>
      <p:pic>
        <p:nvPicPr>
          <p:cNvPr id="11" name="Picture 10" descr="A group of people sitting around a table&#10;&#10;Description automatically generated">
            <a:extLst>
              <a:ext uri="{FF2B5EF4-FFF2-40B4-BE49-F238E27FC236}">
                <a16:creationId xmlns:a16="http://schemas.microsoft.com/office/drawing/2014/main" id="{A97FAB74-C2F4-4039-BD2C-AF3D305F4F58}"/>
              </a:ext>
            </a:extLst>
          </p:cNvPr>
          <p:cNvPicPr>
            <a:picLocks noChangeAspect="1"/>
          </p:cNvPicPr>
          <p:nvPr/>
        </p:nvPicPr>
        <p:blipFill rotWithShape="1">
          <a:blip r:embed="rId3"/>
          <a:srcRect b="37093"/>
          <a:stretch/>
        </p:blipFill>
        <p:spPr>
          <a:xfrm>
            <a:off x="20356483" y="4748766"/>
            <a:ext cx="8845847" cy="7821101"/>
          </a:xfrm>
          <a:prstGeom prst="rect">
            <a:avLst/>
          </a:prstGeom>
          <a:ln>
            <a:solidFill>
              <a:schemeClr val="tx1"/>
            </a:solidFill>
          </a:ln>
        </p:spPr>
      </p:pic>
      <p:pic>
        <p:nvPicPr>
          <p:cNvPr id="15" name="Picture 14" descr="A group of women holding phones&#10;&#10;Description automatically generated">
            <a:extLst>
              <a:ext uri="{FF2B5EF4-FFF2-40B4-BE49-F238E27FC236}">
                <a16:creationId xmlns:a16="http://schemas.microsoft.com/office/drawing/2014/main" id="{45FF6BA4-1F1C-57EA-8235-6399CDF3EF5C}"/>
              </a:ext>
            </a:extLst>
          </p:cNvPr>
          <p:cNvPicPr>
            <a:picLocks noChangeAspect="1"/>
          </p:cNvPicPr>
          <p:nvPr/>
        </p:nvPicPr>
        <p:blipFill>
          <a:blip r:embed="rId4"/>
          <a:stretch>
            <a:fillRect/>
          </a:stretch>
        </p:blipFill>
        <p:spPr>
          <a:xfrm>
            <a:off x="10667052" y="9166863"/>
            <a:ext cx="8845847" cy="4266372"/>
          </a:xfrm>
          <a:prstGeom prst="rect">
            <a:avLst/>
          </a:prstGeom>
        </p:spPr>
      </p:pic>
      <p:sp>
        <p:nvSpPr>
          <p:cNvPr id="4" name="Rectangle 3">
            <a:extLst>
              <a:ext uri="{FF2B5EF4-FFF2-40B4-BE49-F238E27FC236}">
                <a16:creationId xmlns:a16="http://schemas.microsoft.com/office/drawing/2014/main" id="{E31ADBCE-110E-A873-CE18-423A850F4DD4}"/>
              </a:ext>
            </a:extLst>
          </p:cNvPr>
          <p:cNvSpPr/>
          <p:nvPr/>
        </p:nvSpPr>
        <p:spPr>
          <a:xfrm>
            <a:off x="0" y="16951964"/>
            <a:ext cx="30279975" cy="922447"/>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6550706"/>
      </p:ext>
    </p:extLst>
  </p:cSld>
  <p:clrMapOvr>
    <a:masterClrMapping/>
  </p:clrMapOvr>
</p:sld>
</file>

<file path=ppt/theme/theme1.xml><?xml version="1.0" encoding="utf-8"?>
<a:theme xmlns:a="http://schemas.openxmlformats.org/drawingml/2006/main" name="BFH_Posterpräsentation_A1_Vorlage_quer">
  <a:themeElements>
    <a:clrScheme name="BFH RGB">
      <a:dk1>
        <a:sysClr val="windowText" lastClr="000000"/>
      </a:dk1>
      <a:lt1>
        <a:sysClr val="window" lastClr="FFFFFF"/>
      </a:lt1>
      <a:dk2>
        <a:srgbClr val="697D91"/>
      </a:dk2>
      <a:lt2>
        <a:srgbClr val="EEECE1"/>
      </a:lt2>
      <a:accent1>
        <a:srgbClr val="556455"/>
      </a:accent1>
      <a:accent2>
        <a:srgbClr val="8CAF82"/>
      </a:accent2>
      <a:accent3>
        <a:srgbClr val="506E96"/>
      </a:accent3>
      <a:accent4>
        <a:srgbClr val="87B9C8"/>
      </a:accent4>
      <a:accent5>
        <a:srgbClr val="645078"/>
      </a:accent5>
      <a:accent6>
        <a:srgbClr val="A087AA"/>
      </a:accent6>
      <a:hlink>
        <a:srgbClr val="699BBE"/>
      </a:hlink>
      <a:folHlink>
        <a:srgbClr val="B99164"/>
      </a:folHlink>
    </a:clrScheme>
    <a:fontScheme name="BFH-Schrift">
      <a:majorFont>
        <a:latin typeface="Lucida Sans"/>
        <a:ea typeface=""/>
        <a:cs typeface=""/>
      </a:majorFont>
      <a:minorFont>
        <a:latin typeface="Lucid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3DC19B73122CEE4085F6C8D46609A415" ma:contentTypeVersion="8" ma:contentTypeDescription="Ein neues Dokument erstellen." ma:contentTypeScope="" ma:versionID="9520be0a500af30bc536147ee30062cf">
  <xsd:schema xmlns:xsd="http://www.w3.org/2001/XMLSchema" xmlns:xs="http://www.w3.org/2001/XMLSchema" xmlns:p="http://schemas.microsoft.com/office/2006/metadata/properties" xmlns:ns2="ee3d548b-62b8-43e7-8f1f-964804d7265b" targetNamespace="http://schemas.microsoft.com/office/2006/metadata/properties" ma:root="true" ma:fieldsID="41cefd1ad7c59294eb132193a6df081a" ns2:_="">
    <xsd:import namespace="ee3d548b-62b8-43e7-8f1f-964804d726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3d548b-62b8-43e7-8f1f-964804d726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LongProperties xmlns="http://schemas.microsoft.com/office/2006/metadata/longProperties"/>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7F29047-8B5A-422F-BA2B-645A488F38E6}"/>
</file>

<file path=customXml/itemProps2.xml><?xml version="1.0" encoding="utf-8"?>
<ds:datastoreItem xmlns:ds="http://schemas.openxmlformats.org/officeDocument/2006/customXml" ds:itemID="{47870AFC-B140-4E73-B0E2-054A74E7EB25}">
  <ds:schemaRefs>
    <ds:schemaRef ds:uri="http://schemas.microsoft.com/sharepoint/v3/contenttype/forms"/>
  </ds:schemaRefs>
</ds:datastoreItem>
</file>

<file path=customXml/itemProps3.xml><?xml version="1.0" encoding="utf-8"?>
<ds:datastoreItem xmlns:ds="http://schemas.openxmlformats.org/officeDocument/2006/customXml" ds:itemID="{34ACECAE-8DDC-4218-ADDE-80828E100BF5}">
  <ds:schemaRefs>
    <ds:schemaRef ds:uri="http://schemas.microsoft.com/office/2006/metadata/longProperties"/>
  </ds:schemaRefs>
</ds:datastoreItem>
</file>

<file path=customXml/itemProps4.xml><?xml version="1.0" encoding="utf-8"?>
<ds:datastoreItem xmlns:ds="http://schemas.openxmlformats.org/officeDocument/2006/customXml" ds:itemID="{12310AE4-98C2-4A3E-BE75-5A8AB8823A32}">
  <ds:schemaRefs>
    <ds:schemaRef ds:uri="http://purl.org/dc/elements/1.1/"/>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purl.org/dc/terms/"/>
    <ds:schemaRef ds:uri="http://schemas.microsoft.com/office/2006/metadata/properties"/>
    <ds:schemaRef ds:uri="2551ef7e-3b29-44d1-a8ad-ef34c26bfc60"/>
    <ds:schemaRef ds:uri="63c724b1-652e-424f-8d99-4ee50906728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397</Words>
  <Application>Microsoft Office PowerPoint</Application>
  <PresentationFormat>Custom</PresentationFormat>
  <Paragraphs>59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Lucida Grande</vt:lpstr>
      <vt:lpstr>Lucida Sans</vt:lpstr>
      <vt:lpstr>BFH_Posterpräsentation_A1_Vorlage_quer</vt:lpstr>
      <vt:lpstr>PowerPoint Presentation</vt:lpstr>
    </vt:vector>
  </TitlesOfParts>
  <Manager>kfh1</Manager>
  <Company>Bern University of Applied Sciences - Engineering and computer science</Company>
  <LinksUpToDate>false</LinksUpToDate>
  <SharedDoc>false</SharedDoc>
  <HyperlinkBase>http://www.ti.bfh.ch/en.html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BSc exhibition</dc:title>
  <dc:subject>Thesis at a glance</dc:subject>
  <dc:creator>staff BFH-TI</dc:creator>
  <cp:lastModifiedBy>Erpen Tobias</cp:lastModifiedBy>
  <cp:revision>1</cp:revision>
  <cp:lastPrinted>2014-04-10T14:38:53Z</cp:lastPrinted>
  <dcterms:created xsi:type="dcterms:W3CDTF">2014-04-01T09:39:32Z</dcterms:created>
  <dcterms:modified xsi:type="dcterms:W3CDTF">2024-05-24T20:07:44Z</dcterms:modified>
  <dc:language>d | f | 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fhIntranetDocumentType">
    <vt:lpwstr>241;#Vorlage|de1a6d3c-ac6a-4b34-8edd-308eb81066db</vt:lpwstr>
  </property>
  <property fmtid="{D5CDD505-2E9C-101B-9397-08002B2CF9AE}" pid="3" name="BfhIntranetDocumentTypeText">
    <vt:lpwstr>Vorlage|de1a6d3c-ac6a-4b34-8edd-308eb81066db</vt:lpwstr>
  </property>
  <property fmtid="{D5CDD505-2E9C-101B-9397-08002B2CF9AE}" pid="4" name="TaxCatchAll">
    <vt:lpwstr>241;#Vorlage|de1a6d3c-ac6a-4b34-8edd-308eb81066db</vt:lpwstr>
  </property>
  <property fmtid="{D5CDD505-2E9C-101B-9397-08002B2CF9AE}" pid="5" name="ContentTypeId">
    <vt:lpwstr>0x0101003DC19B73122CEE4085F6C8D46609A415</vt:lpwstr>
  </property>
</Properties>
</file>